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10332720" cy="36576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Dalbitalba 학습 파이프라인 통합 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  <a:latin typeface="Apple SD Gothic Neo"/>
              </a:rPr>
              <a:t>Cherry-pick consolidation of 6 PRs · 3-model adversarial audit (Round 1+2) · Direct merge to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Apple SD Gothic Neo"/>
              </a:rPr>
              <a:t>결과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✓  6 open PR (#2/#3/#4/#5/#6/#7) → 1 통합 PR (#8) 단일 admin merge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✓  Claude Opus 4.7 + GPT-5 Codex + Gemini 2.5 Pro 3-모델 R1+R2 적대적 검증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✓  R1: 3 BLOCKER + 3 HIGH 발견 → 6 fix commit + 자가 dedup 1건 적용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✓  R2: 3-모델 push 합의 (claude/codex APPROVE_W/FOLLOW_UP, gemini APPROVE_FOR_PUSH)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✓  main HEAD `d9ac22e` (Merge PR #8) — paper-grade gate 적용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pple SD Gothic Neo"/>
              </a:rPr>
              <a:t>Repo: github.com/unoa-eng/dalbitalba-train-data  ·  Date: 2026-05-08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1/9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F"/>
                </a:solidFill>
                <a:latin typeface="Apple SD Gothic Neo"/>
              </a:rPr>
              <a:t>왜 이 작업을 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원격 unoa-eng/dalbitalba-train-data 레포에 6개 open PR이 누적되어 main이 4-27 이후 정체. PR #5⚔#7 (train_sft.py), PR #6⚔#7 (phase6_eval.py)에서 직접 충돌하여 단일 GitHub UI 머지가 불가능. 84-커밋 PR #2(budget30-pre-launch)는 PRs #3-#7로 부분 superseded. 안전한 통합을 위해 cherry-pick + 3-모델 적대적 검증 루프 진행.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F"/>
                </a:solidFill>
                <a:latin typeface="Apple SD Gothic Neo"/>
              </a:rPr>
              <a:t>어떻게 했는가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Phase 0-3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546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병렬 분석 + 적대적 검증 + Base 모델 의사결정 (Qwen3-8B-Base 유지)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Phase 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118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Executor 에이전트가 cherry-pick + manual 3-way merge 실행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Phase 4.1b 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0690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/omc-teams로 claude/codex/gemini 순차 검증 → 3 BLOCKER 발견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137160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Phase 4.1c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262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Executor에 6 fix 위임 + 자가 dedup 권장사항 추가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37160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Phase 4.2 R2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983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3-모델 재검증 → push 블로커 0 합의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94960"/>
            <a:ext cx="137160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Phase 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4406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ple SD Gothic Neo"/>
              </a:rPr>
              <a:t>PR #8 생성 → admin merge → 6 PR 모두 closed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Round 1 — 3-모델 적대적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pple SD Gothic Neo"/>
              </a:rPr>
              <a:t>통합 cherry-pick 직후 상태 검증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4846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4572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Claude Opus 4.7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474719" cy="411480"/>
          </a:xfrm>
          <a:prstGeom prst="rect">
            <a:avLst/>
          </a:prstGeom>
          <a:solidFill>
            <a:srgbClr val="C0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APPROVE_WITH_CHANGES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3832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BLOCKER: PR #4의 sft_pairs.v3가 PR #3 MinHash dedup을 우회 (v2 mtime Apr 27 vs dedup commit May 7)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HIGH: chain_train_round2.sh `set -uo pipefail` (no -e) + 다수 `|| true` 스왈로우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MED-HIGH: round2_integrity_check `--skip-mauve`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MED: cherry-pick 직접 푸시 → review thread 단절. single PR + Closes #N 권장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MED: 1M+ JSONL/tokenizer git lfs migrate 필요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LOW: train_sft.py raw+v3 silent fallback 경고 누락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749039" cy="4846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749039" cy="4572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17320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GPT-5 Codex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474719" cy="4114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94767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REJECT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3832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BLOCKER: sft_pairs.v3.jsonl에 `loss_weight` 필드 부재 → SFT_PAIR_JSONL_V3 enable시 PR #7 oversampling 자동 무효화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BLOCKER: tokenizer_v4 dead cargo — train_*.py / phase6_generate.py 모두 BASE_MODEL 토크나이저 로드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BLOCKER: extend_tokenizer_v4.py가 README 참조 but cherry-pick 안 됨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HIGH: chain_train_round2.sh:651 + :813 `|| true`로 ORPO Phase 4 silent fail (5-phase가 4-phase 강등)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HIGH: PR #6은 close 정당하지만 retrain은 Korean 뉴스 댓글 negative + phase6_eval_v2 포팅 필수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749039" cy="4846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749039" cy="4572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417320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Gemini 2.5 Pro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920240"/>
            <a:ext cx="3474719" cy="4114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94767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3832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BLOCKER: sft_pairs.v3에 4,342 dups (8.6% drop rate) — 직접 측정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BLOCKER: tokenizer_v4 orphanage — merge_cpt_to_fp16.py가 stock 토크나이저로 덮어씀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HIGH: ChatML 불일치 — native template은 `&lt;think&gt;&lt;/think&gt;` block 추가, manual fallback은 미추가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HIGH: chain_train_round2.sh가 SFT_LOSS_WEIGHT_* env 변수 export, train_sft.py가 무시 (dead code)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MED: .gitattributes 부재 (LFS 미설정)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Round 1 → Round 2 사이 적용된 6 fix + 1 권장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3/9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0" cy="41148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3c4eca8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960120"/>
            <a:ext cx="960120" cy="4114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332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BLOCKER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ple SD Gothic Neo"/>
              </a:rPr>
              <a:t>PR #4 v3 재빌드: MinHash-deduped v2 + loss_weight argot field. 50,585 → 45,191 행 (10.7% 감소), 100% loss_weight 보유, 10.4% weighted &gt;1.0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914400" cy="41148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05dfdbc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463040"/>
            <a:ext cx="960120" cy="4114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5361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BLOCKER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508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ple SD Gothic Neo"/>
              </a:rPr>
              <a:t>tokenizer_v4 end-to-end: TOKENIZER_PATH env 도입 (5 files). extend_tokenizer_v4.py cherry-pick. merge 스크립트가 stock 덮어쓰기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65960"/>
            <a:ext cx="914400" cy="41148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2e0caca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965960"/>
            <a:ext cx="960120" cy="4114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039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BLOCKER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011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ple SD Gothic Neo"/>
              </a:rPr>
              <a:t>ORPO Phase 4 fatal when ORPO_NUM_EPOCHS &gt; 0. 두 call site (build + top-level) 모두 가드. 비활성 시 silent 진행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68880"/>
            <a:ext cx="914400" cy="41148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42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2a0273f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2468880"/>
            <a:ext cx="960120" cy="411480"/>
          </a:xfrm>
          <a:prstGeom prst="rect">
            <a:avLst/>
          </a:prstGeom>
          <a:solidFill>
            <a:srgbClr val="C0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2542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ple SD Gothic Neo"/>
              </a:rPr>
              <a:t>set -euo pipefail + `|| true` audit. 19 → 17 (2개 제거, 17개 KEEP 주석 추가)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914400" cy="41148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a67016a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971800"/>
            <a:ext cx="960120" cy="411480"/>
          </a:xfrm>
          <a:prstGeom prst="rect">
            <a:avLst/>
          </a:prstGeom>
          <a:solidFill>
            <a:srgbClr val="C0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30449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017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ple SD Gothic Neo"/>
              </a:rPr>
              <a:t>ChatML native template 강제. manual fallback 제거 (`&lt;think&gt;` 불일치 해소)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914400" cy="41148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478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6fd4d9f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474720"/>
            <a:ext cx="96012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35478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RECOMM.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520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ple SD Gothic Neo"/>
              </a:rPr>
              <a:t>v3 self-dedup 권장사항 추가 적용. 잔존 1.05% → 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pple SD Gothic Neo"/>
              </a:rPr>
              <a:t>환경 변수 신규/연결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F"/>
                </a:solidFill>
                <a:latin typeface="Menlo"/>
              </a:rPr>
              <a:t>TOKENIZER_PATH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553712"/>
            <a:ext cx="64008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457200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신규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452628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기본값 'tokenizer_v4' if exists else BASE_MODEL — 5 스크립트에서 일관된 precedence 사용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188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F"/>
                </a:solidFill>
                <a:latin typeface="Menlo"/>
              </a:rPr>
              <a:t>SFT_LOSS_WEIGHT_ARGOT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846320"/>
            <a:ext cx="640080" cy="22860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486460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연결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481888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수치 weight (default 1.5) — round2_mutator → build_thread_aware_datasets로 wired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1114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F"/>
                </a:solidFill>
                <a:latin typeface="Menlo"/>
              </a:rPr>
              <a:t>SFT_LOSS_WEIGHT_THRESHOLD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5138928"/>
            <a:ext cx="640080" cy="22860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515721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연결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51114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argot 단어 카운트 (default 2) — 동일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041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F"/>
                </a:solidFill>
                <a:latin typeface="Menlo"/>
              </a:rPr>
              <a:t>SFT_LOSS_WEIGHT_TERMS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431536"/>
            <a:ext cx="64008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544982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신규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5404104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argot 키워드 리스트 override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967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F"/>
                </a:solidFill>
                <a:latin typeface="Menlo"/>
              </a:rPr>
              <a:t>ALLOW_MISSING_RUNTIME_SECRETS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5724144"/>
            <a:ext cx="640080" cy="22860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0" y="57424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제거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5696712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prelaunch_research_check.py:131-133 silent bypass 삭제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Round 2 — 재검증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pple SD Gothic Neo"/>
              </a:rPr>
              <a:t>Fix 적용 후 동일 3-모델 재감사 — 합의: PUSH 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4846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4572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Claude Opus 4.7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474719" cy="411480"/>
          </a:xfrm>
          <a:prstGeom prst="rect">
            <a:avLst/>
          </a:prstGeom>
          <a:solidFill>
            <a:srgbClr val="C0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APPROVE_WITH_FOLLOW_UP_PR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3832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#1 PASS: 44,716 행 / 100% loss_weight / 10.41% weighted / 0% residual dedup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#2 PASS: TOKENIZER_PATH 5/5 files. tokenizer_v4 single-token 도메인 어휘 검증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#3 PASS: 양쪽 call site ORPO_NUM_EPOCHS 가드 + fail_with_logs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#4 PASS: set -euo pipefail. 17 KEEP 주석 모두 정당화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#5 PASS: 단일 chatml 경로. apply_chat_template 강제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신규 발견: ORPO_NUM_EPOCHS 기본값 라인 660(:-1) vs 677/853(:-0) 불일치 (recipe pin이 마스킹)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→ Push readiness: NONE. follow-up PR 권장 4건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749039" cy="4846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749039" cy="4572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17320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GPT-5 Codex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474719" cy="411480"/>
          </a:xfrm>
          <a:prstGeom prst="rect">
            <a:avLst/>
          </a:prstGeom>
          <a:solidFill>
            <a:srgbClr val="C0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94767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APPROVE_WITH_FOLLOW_UP_PR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3832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#1 PARTIAL: 데이터는 OK but train_sft.py:346-357가 loss_weight&gt;1.0을 모두 1 extra copy로 collapse → 1.5와 2.0 동작 동일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#2 PARTIAL: TOKENIZER_PATH 정상 wire but extend_tokenizer_v4.py가 CORE_DOMAIN_TERMS force-include 미적용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#3 PASS: 정상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#4 PARTIAL: install_deps()/preflight() 실패가 set -e로 fail_with_logs 우회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#5 PASS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live Phase-3 chain은 round2_build_tc_sft.py 사용 (build_thread_aware_datasets 아님) — duality 잔존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→ Push 블로커 없음, 2-3건 fast-follow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749039" cy="4846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749039" cy="4572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417320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Gemini 2.5 Pro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920240"/>
            <a:ext cx="3474719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94767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APPROVE_FOR_PUSH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3832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#1 PASS: 직접 검증 — 0% residual dups, loss_weight 분포 정상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#2 PASS: TOKENIZER_PATH 5/5. 도메인 단어 single-token (티씨/쩜오) 검증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BLOCKER #3 PASS: 가드 정상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#4 PASS-with-NOTE: Phase 3는 if-else로 감싸지지 않음 (ntfy 알림 없이 set -e 종료)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#5 PASS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HIGH #6 PASS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100">
                <a:solidFill>
                  <a:srgbClr val="333333"/>
                </a:solidFill>
                <a:latin typeface="Apple SD Gothic Neo"/>
              </a:rPr>
              <a:t>→ 추천: PUSH. 마이너 잔존은 후속 cleanup 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PR #8 통합 머지 — github.com/unoa-eng/dalbitalba-train-data/pull/8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5/9</a:t>
            </a:r>
          </a:p>
        </p:txBody>
      </p:sp>
      <p:pic>
        <p:nvPicPr>
          <p:cNvPr id="5" name="Picture 4" descr="01_pr8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7315200" cy="640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868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pple SD Gothic Neo"/>
              </a:rPr>
              <a:t>통합 PR 메타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280160"/>
            <a:ext cx="4114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Title: merge: consolidate PRs #2-#7 with paper-grade hardening (3-model audit gated)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Base: main  ·  Head: merge/main-consolidation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Status: MERGED (2026-05-08T05:45:52Z)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Merge commit: d9ac22e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Branch: --delete-branch 적용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Mergeability: CLEAN  ·  CI: 없음  ·  Branch protection: none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Closes (자동): #2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Closes (수동): #3 #4 #5 #7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00">
                <a:solidFill>
                  <a:srgbClr val="333333"/>
                </a:solidFill>
                <a:latin typeface="Apple SD Gothic Neo"/>
              </a:rPr>
              <a:t>Close (retraining ticket): #6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main 머지 commit + 6 PR Closed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pple SD Gothic Neo"/>
              </a:rPr>
              <a:t>main HEAD `d9ac22e`</a:t>
            </a:r>
          </a:p>
        </p:txBody>
      </p:sp>
      <p:pic>
        <p:nvPicPr>
          <p:cNvPr id="6" name="Picture 5" descr="02_main_merge_co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pple SD Gothic Neo"/>
              </a:rPr>
              <a:t>Closed PRs</a:t>
            </a:r>
          </a:p>
        </p:txBody>
      </p:sp>
      <p:pic>
        <p:nvPicPr>
          <p:cNvPr id="8" name="Picture 7" descr="03_closed_p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48640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변경 사항 — 89 files, +1.08M / -483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7/9</a:t>
            </a:r>
          </a:p>
        </p:txBody>
      </p:sp>
      <p:pic>
        <p:nvPicPr>
          <p:cNvPr id="5" name="Picture 4" descr="04_pr8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5943600" cy="52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777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pple SD Gothic Neo"/>
              </a:rPr>
              <a:t>main 커밋 히스토리</a:t>
            </a:r>
          </a:p>
        </p:txBody>
      </p:sp>
      <p:pic>
        <p:nvPicPr>
          <p:cNvPr id="7" name="Picture 6" descr="05_mai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5303520" cy="46405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</a:rPr>
              <a:t>Follow-up Items (별도 PR) + 산출물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ple SD Gothic Neo"/>
              </a:rPr>
              <a:t>8/9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pple SD Gothic Neo"/>
              </a:rPr>
              <a:t>다음 사이클에 처리 권장 (push-blocker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1. ORPO_NUM_EPOCHS 기본값 통일 (chain_train_round2.sh:660 :-1 vs 677/853 :-0)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2. train_sft.py:346-357 numeric loss_weight 의미 (1.5와 2.0이 동일 동작)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3. live Phase-3 builder duality (round2_build_tc_sft vs build_thread_aware_datasets)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4. extend_tokenizer_v4.py CORE_DOMAIN_TERMS force-include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5. train_eval_process.py:246 dead ALLOW_MISSING_RUNTIME_SECRETS 주입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6. --skip-mauve waiver 정리 (round2_integrity_check + chain script)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7. Phase 3 if-then-else fail_with_logs 래핑 (ntfy 알림용)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8. git lfs migrate (sft_pairs.*.jsonl, tokenizer_v4 큰 파일들)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9. PR #6 retrain (Korean forum/news negative class + phase6_eval_v2 포팅)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10. Base 모델 4-게이트 (token-fire, slang-Jamo, 1M-token CPT smoke, license PDF) — 다음 RunPod 사이클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868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pple SD Gothic Neo"/>
              </a:rPr>
              <a:t>Audit 산출물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R1 verdicts: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/tmp/dalbi-verdict-claude.md (9.2KB)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/tmp/dalbi-verdict-codex.md (5.9KB)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/tmp/dalbi-verdict-gemini.md (7.0KB)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R2 verdicts: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/tmp/dalbi-verdict-r2-claude_md (6.4KB)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/tmp/dalbi-verdict-r2-codex_md (5.4KB)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/tmp/dalbi-verdict-r2-gemini_md (2.7KB)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Brief: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/tmp/dalbi-merge-debate-brief.md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  /tmp/dalbi-merge-debate-brief-v2.md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Repo: /Users/unoa/dalbitalba-train-data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main HEAD: d9ac22e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F"/>
                </a:solidFill>
                <a:latin typeface="Apple SD Gothic Neo"/>
              </a:rPr>
              <a:t>▸ </a:t>
            </a:r>
            <a:r>
              <a:rPr sz="1050">
                <a:solidFill>
                  <a:srgbClr val="333333"/>
                </a:solidFill>
                <a:latin typeface="Apple SD Gothic Neo"/>
              </a:rPr>
              <a:t>stash@{0} 보존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pple SD Gothic Neo"/>
              </a:rPr>
              <a:t>Dalbitalba 학습 파이프라인 통합 머지 — 2026-05-08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pple SD Gothic Neo"/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0332720" cy="36576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ple SD Gothic Neo"/>
              </a:rPr>
              <a:t>통합 머지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Apple SD Gothic Neo"/>
              </a:rPr>
              <a:t>main HEAD: d9ac22e  ·  6/6 PR closed  ·  3-모델 합의 push 검증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다음 RunPod 사이클 전: smoke 1M-token CPT continuity + tokenizer_v4 token-fire 게이트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별도 follow-up PR: 10건 cleanup (cherry-pick 또는 단일 PR 권장)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PR #6 retrain: forum/news negative class로 Korean style classifier v2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4A33"/>
                </a:solidFill>
                <a:latin typeface="Apple SD Gothic Neo"/>
              </a:rPr>
              <a:t>▸ </a:t>
            </a:r>
            <a:r>
              <a:rPr sz="1400">
                <a:solidFill>
                  <a:srgbClr val="FFFFFF"/>
                </a:solidFill>
                <a:latin typeface="Apple SD Gothic Neo"/>
              </a:rPr>
              <a:t>Round-2 본 학습: chain_train_round2.sh 실행 (~$30 budget) — paper-grade gates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ple SD Gothic Neo"/>
              </a:rPr>
              <a:t>Generated by 3-model loop process · /omc-teams · 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